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视频 1/6</a:t>
            </a:r>
          </a:p>
          <a:p>
            <a:r>
              <a:t>标题：员工离职带走客户？</a:t>
            </a:r>
          </a:p>
          <a:p/>
          <a:p>
            <a:r>
              <a:t>拍摄建议：场景化拍摄 + 手机录屏交替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1 | 0-3s</a:t>
            </a:r>
          </a:p>
          <a:p>
            <a:r>
              <a:t>画面：老板面对镜头，表情认真</a:t>
            </a:r>
          </a:p>
          <a:p/>
          <a:p>
            <a:r>
              <a:t>台词：</a:t>
            </a:r>
          </a:p>
          <a:p>
            <a:r>
              <a:t>"美容院员工离职，客户跟着走——这个问题你遇到过吗？"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2 | 3-10s</a:t>
            </a:r>
          </a:p>
          <a:p>
            <a:r>
              <a:t>画面：手机录屏，展示帮小主客户列表页面</a:t>
            </a:r>
          </a:p>
          <a:p/>
          <a:p>
            <a:r>
              <a:t>台词：</a:t>
            </a:r>
          </a:p>
          <a:p>
            <a:r>
              <a:t>"客户没录入系统，全在员工微信里，一走就真走了。"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3 | 10-20s</a:t>
            </a:r>
          </a:p>
          <a:p>
            <a:r>
              <a:t>画面：展示帮小主客户档案界面：手机号、消费记录、项目偏好</a:t>
            </a:r>
          </a:p>
          <a:p/>
          <a:p>
            <a:r>
              <a:t>台词：</a:t>
            </a:r>
          </a:p>
          <a:p>
            <a:r>
              <a:t>"用帮小主，客户信息进系统不走。手机号、消费记录、项目偏好全在。新员工接手马上能查。"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4 | 20-30s</a:t>
            </a:r>
          </a:p>
          <a:p>
            <a:r>
              <a:t>画面：展示 CRM 回访提醒界面</a:t>
            </a:r>
          </a:p>
          <a:p/>
          <a:p>
            <a:r>
              <a:t>台词：</a:t>
            </a:r>
          </a:p>
          <a:p>
            <a:r>
              <a:t>"客户好久没来，系统自动提醒你做回访。不是靠人记，是靠系统管。"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5 | 30-40s</a:t>
            </a:r>
          </a:p>
          <a:p>
            <a:r>
              <a:t>画面：回到老板面对镜头</a:t>
            </a:r>
          </a:p>
          <a:p/>
          <a:p>
            <a:r>
              <a:t>台词：</a:t>
            </a:r>
          </a:p>
          <a:p>
            <a:r>
              <a:t>"与其担心员工离职，不如先把客户锁进系统。"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6 | 40-55s</a:t>
            </a:r>
          </a:p>
          <a:p>
            <a:r>
              <a:t>画面：展示帮小主小程序界面 + 二维码</a:t>
            </a:r>
          </a:p>
          <a:p/>
          <a:p>
            <a:r>
              <a:t>台词：</a:t>
            </a:r>
          </a:p>
          <a:p>
            <a:r>
              <a:t>"搜索帮小主小程序就能用。评论区链接领14天免费试用。"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7 | 55-60s</a:t>
            </a:r>
          </a:p>
          <a:p>
            <a:r>
              <a:t>画面：老板面对镜头 + 右下角关注引导</a:t>
            </a:r>
          </a:p>
          <a:p/>
          <a:p>
            <a:r>
              <a:t>台词：</a:t>
            </a:r>
          </a:p>
          <a:p>
            <a:r>
              <a:t>"关注我，下期聊怎么用AI减少客户流失。"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视频 2/6</a:t>
            </a:r>
          </a:p>
          <a:p>
            <a:r>
              <a:t>标题：手机就能开单结账</a:t>
            </a:r>
          </a:p>
          <a:p/>
          <a:p>
            <a:r>
              <a:t>拍摄建议：场景化拍摄 + 手机录屏交替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1 | 0-5s</a:t>
            </a:r>
          </a:p>
          <a:p>
            <a:r>
              <a:t>画面：手机录屏帮小主小程序首页</a:t>
            </a:r>
          </a:p>
          <a:p/>
          <a:p>
            <a:r>
              <a:t>台词：</a:t>
            </a:r>
          </a:p>
          <a:p>
            <a:r>
              <a:t>"你家美容院开个单还要跑回前台电脑前？"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2 | 5-15s</a:t>
            </a:r>
          </a:p>
          <a:p>
            <a:r>
              <a:t>画面：模拟搜索客户、选项目、加购物车</a:t>
            </a:r>
          </a:p>
          <a:p/>
          <a:p>
            <a:r>
              <a:t>台词：</a:t>
            </a:r>
          </a:p>
          <a:p>
            <a:r>
              <a:t>"试试这样——搜客户、选项目、挂单、结账，全部手机上点几下就完事。"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3 | 15-25s</a:t>
            </a:r>
          </a:p>
          <a:p>
            <a:r>
              <a:t>画面：展示结账成功界面，余额扣减</a:t>
            </a:r>
          </a:p>
          <a:p/>
          <a:p>
            <a:r>
              <a:t>台词：</a:t>
            </a:r>
          </a:p>
          <a:p>
            <a:r>
              <a:t>"次卡、时效卡、充值卡，系统自动算余额。不用按计算器。"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4 | 25-35s</a:t>
            </a:r>
          </a:p>
          <a:p>
            <a:r>
              <a:t>画面：展示客户档案页实时查卡内余额</a:t>
            </a:r>
          </a:p>
          <a:p/>
          <a:p>
            <a:r>
              <a:t>台词：</a:t>
            </a:r>
          </a:p>
          <a:p>
            <a:r>
              <a:t>"客户问还有多少钱，点开手机直接给他看。专业又高效。"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5 | 35-45s</a:t>
            </a:r>
          </a:p>
          <a:p>
            <a:r>
              <a:t>画面：口播 + 字幕</a:t>
            </a:r>
          </a:p>
          <a:p/>
          <a:p>
            <a:r>
              <a:t>台词：</a:t>
            </a:r>
          </a:p>
          <a:p>
            <a:r>
              <a:t>"不用买几千块的POS机，员工自己手机就是收银台。评论区领14天试用。"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视频 3/6</a:t>
            </a:r>
          </a:p>
          <a:p>
            <a:r>
              <a:t>标题：AI 比店长更了解客户</a:t>
            </a:r>
          </a:p>
          <a:p/>
          <a:p>
            <a:r>
              <a:t>拍摄建议：场景化拍摄 + 手机录屏交替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1 | 0-5s</a:t>
            </a:r>
          </a:p>
          <a:p>
            <a:r>
              <a:t>画面：面对镜头</a:t>
            </a:r>
          </a:p>
          <a:p/>
          <a:p>
            <a:r>
              <a:t>台词：</a:t>
            </a:r>
          </a:p>
          <a:p>
            <a:r>
              <a:t>"我问你，你现在能说出上个月消费最高的5个客户是谁吗？"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2 | 5-10s</a:t>
            </a:r>
          </a:p>
          <a:p>
            <a:r>
              <a:t>画面：字幕 + 数据动画</a:t>
            </a:r>
          </a:p>
          <a:p/>
          <a:p>
            <a:r>
              <a:t>台词：</a:t>
            </a:r>
          </a:p>
          <a:p>
            <a:r>
              <a:t>"大多数老板说不全。但我们的AI可以。"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3 | 10-25s</a:t>
            </a:r>
          </a:p>
          <a:p>
            <a:r>
              <a:t>画面：展示 AI 助手对话截图", "消费最高的客户"查询结果</a:t>
            </a:r>
          </a:p>
          <a:p/>
          <a:p>
            <a:r>
              <a:t>台词：</a:t>
            </a:r>
          </a:p>
          <a:p>
            <a:r>
              <a:t>"直接打字问消费最高的客户，AI自动查数据库。再问她喜欢什么项目，画像秒出。"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4 | 25-35s</a:t>
            </a:r>
          </a:p>
          <a:p>
            <a:r>
              <a:t>画面：展示沉睡预警页面截图</a:t>
            </a:r>
          </a:p>
          <a:p/>
          <a:p>
            <a:r>
              <a:t>台词：</a:t>
            </a:r>
          </a:p>
          <a:p>
            <a:r>
              <a:t>"AI自动扫描所有客户——哪些超过90天没来，哪些消费在下降。提前锁定要流失的人。"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5 | 35-45s</a:t>
            </a:r>
          </a:p>
          <a:p>
            <a:r>
              <a:t>画面：展示 AI 批量生成回访任务界面</a:t>
            </a:r>
          </a:p>
          <a:p/>
          <a:p>
            <a:r>
              <a:t>台词：</a:t>
            </a:r>
          </a:p>
          <a:p>
            <a:r>
              <a:t>"确定目标后，AI一键生成CRM回访任务，提醒顾问去联系。全流程两分钟。"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6 | 45-55s</a:t>
            </a:r>
          </a:p>
          <a:p>
            <a:r>
              <a:t>画面：镜头 + 二维码</a:t>
            </a:r>
          </a:p>
          <a:p/>
          <a:p>
            <a:r>
              <a:t>台词：</a:t>
            </a:r>
          </a:p>
          <a:p>
            <a:r>
              <a:t>"这套AI是Genesis独家的。评论区领免费试用亲自体验。"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视频 4/6</a:t>
            </a:r>
          </a:p>
          <a:p>
            <a:r>
              <a:t>标题：用系统前 vs 用系统后</a:t>
            </a:r>
          </a:p>
          <a:p/>
          <a:p>
            <a:r>
              <a:t>拍摄建议：场景化拍摄 + 手机录屏交替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1 | 0-5s</a:t>
            </a:r>
          </a:p>
          <a:p>
            <a:r>
              <a:t>画面：快剪：纸笔记录、Excel、微信截屏交替</a:t>
            </a:r>
          </a:p>
          <a:p/>
          <a:p>
            <a:r>
              <a:t>台词：</a:t>
            </a:r>
          </a:p>
          <a:p>
            <a:r>
              <a:t>"用系统之前——账乱、客户跟丢、对不清账。"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2 | 5-8s</a:t>
            </a:r>
          </a:p>
          <a:p>
            <a:r>
              <a:t>画面：画面卡住转场</a:t>
            </a:r>
          </a:p>
          <a:p/>
          <a:p>
            <a:r>
              <a:t>台词：</a:t>
            </a:r>
          </a:p>
          <a:p>
            <a:r>
              <a:t>"现在——"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3 | 8-20s</a:t>
            </a:r>
          </a:p>
          <a:p>
            <a:r>
              <a:t>画面：展示帮小主小程序主界面</a:t>
            </a:r>
          </a:p>
          <a:p/>
          <a:p>
            <a:r>
              <a:t>台词：</a:t>
            </a:r>
          </a:p>
          <a:p>
            <a:r>
              <a:t>"一个手机小程序，管完所有事。员工不用培训，上手就会用。"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4 | 20-30s</a:t>
            </a:r>
          </a:p>
          <a:p>
            <a:r>
              <a:t>画面：展示 PC 后台报表截图</a:t>
            </a:r>
          </a:p>
          <a:p/>
          <a:p>
            <a:r>
              <a:t>台词：</a:t>
            </a:r>
          </a:p>
          <a:p>
            <a:r>
              <a:t>"老板在后台看报表，业绩、客流量、员工绩效一目了然。"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5 | 30-40s</a:t>
            </a:r>
          </a:p>
          <a:p>
            <a:r>
              <a:t>画面：展示 AI 生命周期分析界面</a:t>
            </a:r>
          </a:p>
          <a:p/>
          <a:p>
            <a:r>
              <a:t>台词：</a:t>
            </a:r>
          </a:p>
          <a:p>
            <a:r>
              <a:t>"AI自动把客户分成活跃、预警、沉睡。每个客户该做什么运营，清清楚楚。"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6 | 40-50s</a:t>
            </a:r>
          </a:p>
          <a:p>
            <a:r>
              <a:t>画面：面对镜头</a:t>
            </a:r>
          </a:p>
          <a:p/>
          <a:p>
            <a:r>
              <a:t>台词：</a:t>
            </a:r>
          </a:p>
          <a:p>
            <a:r>
              <a:t>"从Excel换到系统一个下午的事，之后每天省两小时。后台私信试用两个字，帮你开通。"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视频 5/6</a:t>
            </a:r>
          </a:p>
          <a:p>
            <a:r>
              <a:t>标题：用了近一年的真实感受</a:t>
            </a:r>
          </a:p>
          <a:p/>
          <a:p>
            <a:r>
              <a:t>拍摄建议：场景化拍摄 + 手机录屏交替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1 | 0-3s</a:t>
            </a:r>
          </a:p>
          <a:p>
            <a:r>
              <a:t>画面：店长面对镜头，在门店内</a:t>
            </a:r>
          </a:p>
          <a:p/>
          <a:p>
            <a:r>
              <a:t>台词：</a:t>
            </a:r>
          </a:p>
          <a:p>
            <a:r>
              <a:t>"用了Genesis差不多一年了，说几个真实感受。"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2 | 3-12s</a:t>
            </a:r>
          </a:p>
          <a:p>
            <a:r>
              <a:t>画面：店长边走边介绍，展示门店环境</a:t>
            </a:r>
          </a:p>
          <a:p/>
          <a:p>
            <a:r>
              <a:t>台词：</a:t>
            </a:r>
          </a:p>
          <a:p>
            <a:r>
              <a:t>"最大的变化是客户资料终于不是碎片化的了。即使顾问换了人，新来的也能马上知道客户的消费习惯。"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3 | 12-22s</a:t>
            </a:r>
          </a:p>
          <a:p>
            <a:r>
              <a:t>画面：展示员工用手机操作小程序</a:t>
            </a:r>
          </a:p>
          <a:p/>
          <a:p>
            <a:r>
              <a:t>台词：</a:t>
            </a:r>
          </a:p>
          <a:p>
            <a:r>
              <a:t>"第二个是效率。原来开单要跑到前台，现在员工手边就办了。顾客体验也好。"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4 | 22-30s</a:t>
            </a:r>
          </a:p>
          <a:p>
            <a:r>
              <a:t>画面：展示手机 AI 助手界面</a:t>
            </a:r>
          </a:p>
          <a:p/>
          <a:p>
            <a:r>
              <a:t>台词：</a:t>
            </a:r>
          </a:p>
          <a:p>
            <a:r>
              <a:t>"第三个是AI辅助，帮我们发现了之前没注意到的沉睡客户，拉回了好几个。"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5 | 30-40s</a:t>
            </a:r>
          </a:p>
          <a:p>
            <a:r>
              <a:t>画面：店长总结面对镜头</a:t>
            </a:r>
          </a:p>
          <a:p/>
          <a:p>
            <a:r>
              <a:t>台词：</a:t>
            </a:r>
          </a:p>
          <a:p>
            <a:r>
              <a:t>"如果你也在用Excel或者纸记，真的可以试试看。"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视频 6/6</a:t>
            </a:r>
          </a:p>
          <a:p>
            <a:r>
              <a:t>标题：亏了都不知道亏在哪</a:t>
            </a:r>
          </a:p>
          <a:p/>
          <a:p>
            <a:r>
              <a:t>拍摄建议：场景化拍摄 + 手机录屏交替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1 | 0-5s</a:t>
            </a:r>
          </a:p>
          <a:p>
            <a:r>
              <a:t>画面：老板对电脑算账皱眉</a:t>
            </a:r>
          </a:p>
          <a:p/>
          <a:p>
            <a:r>
              <a:t>台词：</a:t>
            </a:r>
          </a:p>
          <a:p>
            <a:r>
              <a:t>"月底算账：收入不错啊，一算利润——亏了。"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2 | 5-12s</a:t>
            </a:r>
          </a:p>
          <a:p>
            <a:r>
              <a:t>画面：字幕 + 散乱收据画面</a:t>
            </a:r>
          </a:p>
          <a:p/>
          <a:p>
            <a:r>
              <a:t>台词：</a:t>
            </a:r>
          </a:p>
          <a:p>
            <a:r>
              <a:t>"项目成本？产品损耗？低价卡锁太狠？你不知道钱丢在哪。"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3 | 12-22s</a:t>
            </a:r>
          </a:p>
          <a:p>
            <a:r>
              <a:t>画面：展示系统经营报表截图</a:t>
            </a:r>
          </a:p>
          <a:p/>
          <a:p>
            <a:r>
              <a:t>台词：</a:t>
            </a:r>
          </a:p>
          <a:p>
            <a:r>
              <a:t>"Genesis的经营报表，把每个项目的成本利润拆开给你看。"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4 | 22-30s</a:t>
            </a:r>
          </a:p>
          <a:p>
            <a:r>
              <a:t>画面：展示商品库存报表截图</a:t>
            </a:r>
          </a:p>
          <a:p/>
          <a:p>
            <a:r>
              <a:t>台词：</a:t>
            </a:r>
          </a:p>
          <a:p>
            <a:r>
              <a:t>"库存多少、损耗多少、临期产品都有数据。拍脑袋和靠数据差很多。"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5 | 30-45s</a:t>
            </a:r>
          </a:p>
          <a:p>
            <a:r>
              <a:t>画面：展示多维度财务分析界面</a:t>
            </a:r>
          </a:p>
          <a:p/>
          <a:p>
            <a:r>
              <a:t>台词：</a:t>
            </a:r>
          </a:p>
          <a:p>
            <a:r>
              <a:t>"收入可以按顾问、按项目、按卡类型、按时间段筛。哪个渠道赚钱一目了然。"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6 | 45-55s</a:t>
            </a:r>
          </a:p>
          <a:p>
            <a:r>
              <a:t>画面：面对镜头</a:t>
            </a:r>
          </a:p>
          <a:p/>
          <a:p>
            <a:r>
              <a:t>台词：</a:t>
            </a:r>
          </a:p>
          <a:p>
            <a:r>
              <a:t>"每月的经营数据是你做决策的依据，不是用完就丢的废纸。"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 7 | 55-60s</a:t>
            </a:r>
          </a:p>
          <a:p>
            <a:r>
              <a:t>画面：引导 + 字幕</a:t>
            </a:r>
          </a:p>
          <a:p/>
          <a:p>
            <a:r>
              <a:t>台词：</a:t>
            </a:r>
          </a:p>
          <a:p>
            <a:r>
              <a:t>"评论区点试用，带走你的门店仪表盘。"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E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260000"/>
            <a:ext cx="1440000" cy="43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7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脚本 1/6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2160000"/>
            <a:ext cx="1440000" cy="5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2340000"/>
            <a:ext cx="108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员工离职带走客户？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7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A0DC"/>
                </a:solidFill>
                <a:latin typeface="PingFang SC"/>
              </a:defRPr>
            </a:pPr>
            <a:r>
              <a:t>类型：痛点型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32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A0DC"/>
                </a:solidFill>
                <a:latin typeface="PingFang SC"/>
              </a:defRPr>
            </a:pPr>
            <a:r>
              <a:t>⏱ 约 50-60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5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8CB4"/>
                </a:solidFill>
                <a:latin typeface="PingFang SC"/>
              </a:defRPr>
            </a:pPr>
            <a:r>
              <a:t>Genesis 美业管理系统 · 短视频拍摄脚本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1 · 第 1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0-3s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老板面对镜头，表情认真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"美容院员工离职，客户跟着走——这个问题你遇到过吗？"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1 · 第 2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3-10s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手机录屏，展示帮小主客户列表页面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"客户没录入系统，全在员工微信里，一走就真走了。"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1 · 第 3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10-20s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展示帮小主客户档案界面：手机号、消费记录、项目偏好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"用帮小主，客户信息进系统不走。手机号、消费记录、项目偏好全在。新员工接手马上能查。"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1 · 第 4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20-30s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展示 CRM 回访提醒界面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"客户好久没来，系统自动提醒你做回访。不是靠人记，是靠系统管。"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1 · 第 5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30-40s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回到老板面对镜头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"与其担心员工离职，不如先把客户锁进系统。"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1 · 第 6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40-55s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展示帮小主小程序界面 + 二维码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"搜索帮小主小程序就能用。评论区链接领14天免费试用。"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1 · 第 7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55-60s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老板面对镜头 + 右下角关注引导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"关注我，下期聊怎么用AI减少客户流失。"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E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260000"/>
            <a:ext cx="1440000" cy="43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7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脚本 2/6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2160000"/>
            <a:ext cx="1440000" cy="5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2340000"/>
            <a:ext cx="108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手机就能开单结账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7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A0DC"/>
                </a:solidFill>
                <a:latin typeface="PingFang SC"/>
              </a:defRPr>
            </a:pPr>
            <a:r>
              <a:t>类型：功能展示型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32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A0DC"/>
                </a:solidFill>
                <a:latin typeface="PingFang SC"/>
              </a:defRPr>
            </a:pPr>
            <a:r>
              <a:t>⏱ 约 50-60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5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8CB4"/>
                </a:solidFill>
                <a:latin typeface="PingFang SC"/>
              </a:defRPr>
            </a:pPr>
            <a:r>
              <a:t>Genesis 美业管理系统 · 短视频拍摄脚本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2 · 第 1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0-5s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手机录屏帮小主小程序首页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"你家美容院开个单还要跑回前台电脑前？"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2 · 第 2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5-15s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模拟搜索客户、选项目、加购物车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"试试这样——搜客户、选项目、挂单、结账，全部手机上点几下就完事。"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2 · 第 3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15-25s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展示结账成功界面，余额扣减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"次卡、时效卡、充值卡，系统自动算余额。不用按计算器。"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2 · 第 4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25-35s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展示客户档案页实时查卡内余额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"客户问还有多少钱，点开手机直接给他看。专业又高效。"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2 · 第 5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35-45s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口播 + 字幕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"不用买几千块的POS机，员工自己手机就是收银台。评论区领14天试用。"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E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260000"/>
            <a:ext cx="1440000" cy="43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7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脚本 3/6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2160000"/>
            <a:ext cx="1440000" cy="5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2340000"/>
            <a:ext cx="108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AI 比店长更了解客户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7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A0DC"/>
                </a:solidFill>
                <a:latin typeface="PingFang SC"/>
              </a:defRPr>
            </a:pPr>
            <a:r>
              <a:t>类型：AI 卖点型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32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A0DC"/>
                </a:solidFill>
                <a:latin typeface="PingFang SC"/>
              </a:defRPr>
            </a:pPr>
            <a:r>
              <a:t>⏱ 约 50-60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5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8CB4"/>
                </a:solidFill>
                <a:latin typeface="PingFang SC"/>
              </a:defRPr>
            </a:pPr>
            <a:r>
              <a:t>Genesis 美业管理系统 · 短视频拍摄脚本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3 · 第 1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0-5s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面对镜头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"我问你，你现在能说出上个月消费最高的5个客户是谁吗？"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3 · 第 2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5-10s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字幕 + 数据动画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"大多数老板说不全。但我们的AI可以。"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3 · 第 3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10-25s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展示 AI 助手对话截图", "消费最高的客户"查询结果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"直接打字问消费最高的客户，AI自动查数据库。再问她喜欢什么项目，画像秒出。"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3 · 第 4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25-35s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展示沉睡预警页面截图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"AI自动扫描所有客户——哪些超过90天没来，哪些消费在下降。提前锁定要流失的人。"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3 · 第 5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35-45s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展示 AI 批量生成回访任务界面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"确定目标后，AI一键生成CRM回访任务，提醒顾问去联系。全流程两分钟。"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3 · 第 6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45-55s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镜头 + 二维码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"这套AI是Genesis独家的。评论区领免费试用亲自体验。"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E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260000"/>
            <a:ext cx="1440000" cy="43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7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脚本 4/6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2160000"/>
            <a:ext cx="1440000" cy="5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2340000"/>
            <a:ext cx="108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用系统前 vs 用系统后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7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A0DC"/>
                </a:solidFill>
                <a:latin typeface="PingFang SC"/>
              </a:defRPr>
            </a:pPr>
            <a:r>
              <a:t>类型：对比型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32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A0DC"/>
                </a:solidFill>
                <a:latin typeface="PingFang SC"/>
              </a:defRPr>
            </a:pPr>
            <a:r>
              <a:t>⏱ 约 50-60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5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8CB4"/>
                </a:solidFill>
                <a:latin typeface="PingFang SC"/>
              </a:defRPr>
            </a:pPr>
            <a:r>
              <a:t>Genesis 美业管理系统 · 短视频拍摄脚本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4 · 第 1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0-5s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快剪：纸笔记录、Excel、微信截屏交替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"用系统之前——账乱、客户跟丢、对不清账。"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4 · 第 2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5-8s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画面卡住转场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"现在——"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4 · 第 3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8-20s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展示帮小主小程序主界面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"一个手机小程序，管完所有事。员工不用培训，上手就会用。"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4 · 第 4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20-30s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展示 PC 后台报表截图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"老板在后台看报表，业绩、客流量、员工绩效一目了然。"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4 · 第 5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30-40s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展示 AI 生命周期分析界面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"AI自动把客户分成活跃、预警、沉睡。每个客户该做什么运营，清清楚楚。"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4 · 第 6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40-50s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面对镜头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"从Excel换到系统一个下午的事，之后每天省两小时。后台私信试用两个字，帮你开通。"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E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260000"/>
            <a:ext cx="1440000" cy="43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7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脚本 5/6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2160000"/>
            <a:ext cx="1440000" cy="5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2340000"/>
            <a:ext cx="108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用了近一年的真实感受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7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A0DC"/>
                </a:solidFill>
                <a:latin typeface="PingFang SC"/>
              </a:defRPr>
            </a:pPr>
            <a:r>
              <a:t>类型：真实证言型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32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A0DC"/>
                </a:solidFill>
                <a:latin typeface="PingFang SC"/>
              </a:defRPr>
            </a:pPr>
            <a:r>
              <a:t>⏱ 约 50-60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5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8CB4"/>
                </a:solidFill>
                <a:latin typeface="PingFang SC"/>
              </a:defRPr>
            </a:pPr>
            <a:r>
              <a:t>Genesis 美业管理系统 · 短视频拍摄脚本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5 · 第 1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0-3s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店长面对镜头，在门店内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"用了Genesis差不多一年了，说几个真实感受。"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5 · 第 2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3-12s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店长边走边介绍，展示门店环境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"最大的变化是客户资料终于不是碎片化的了。即使顾问换了人，新来的也能马上知道客户的消费习惯。"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5 · 第 3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12-22s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展示员工用手机操作小程序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"第二个是效率。原来开单要跑到前台，现在员工手边就办了。顾客体验也好。"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5 · 第 4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22-30s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展示手机 AI 助手界面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"第三个是AI辅助，帮我们发现了之前没注意到的沉睡客户，拉回了好几个。"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5 · 第 5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30-40s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店长总结面对镜头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"如果你也在用Excel或者纸记，真的可以试试看。"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E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260000"/>
            <a:ext cx="1440000" cy="43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278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脚本 6/6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2160000"/>
            <a:ext cx="1440000" cy="5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2340000"/>
            <a:ext cx="108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亏了都不知道亏在哪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7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A0DC"/>
                </a:solidFill>
                <a:latin typeface="PingFang SC"/>
              </a:defRPr>
            </a:pPr>
            <a:r>
              <a:t>类型：痛点型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32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A0DC"/>
                </a:solidFill>
                <a:latin typeface="PingFang SC"/>
              </a:defRPr>
            </a:pPr>
            <a:r>
              <a:t>⏱ 约 50-60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5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8CB4"/>
                </a:solidFill>
                <a:latin typeface="PingFang SC"/>
              </a:defRPr>
            </a:pPr>
            <a:r>
              <a:t>Genesis 美业管理系统 · 短视频拍摄脚本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6 · 第 1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0-5s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老板对电脑算账皱眉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"月底算账：收入不错啊，一算利润——亏了。"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6 · 第 2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5-12s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字幕 + 散乱收据画面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"项目成本？产品损耗？低价卡锁太狠？你不知道钱丢在哪。"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6 · 第 3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12-22s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展示系统经营报表截图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"Genesis的经营报表，把每个项目的成本利润拆开给你看。"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6 · 第 4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22-30s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展示商品库存报表截图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"库存多少、损耗多少、临期产品都有数据。拍脑袋和靠数据差很多。"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6 · 第 5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30-45s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展示多维度财务分析界面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"收入可以按顾问、按项目、按卡类型、按时间段筛。哪个渠道赚钱一目了然。"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6 · 第 6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45-55s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面对镜头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"每月的经营数据是你做决策的依据，不是用完就丢的废纸。"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4000"/>
            <a:ext cx="2160000" cy="288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162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PingFang SC"/>
              </a:defRPr>
            </a:pPr>
            <a:r>
              <a:t>脚本 6 · 第 7 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0000" y="144000"/>
            <a:ext cx="1980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0" y="18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⏱ 55-60s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720000"/>
            <a:ext cx="11592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7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7896"/>
                </a:solidFill>
                <a:latin typeface="PingFang SC"/>
              </a:defRPr>
            </a:pPr>
            <a:r>
              <a:t>🖥️ 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044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3755"/>
                </a:solidFill>
                <a:latin typeface="PingFang SC"/>
              </a:defRPr>
            </a:pPr>
            <a:r>
              <a:t>引导 + 字幕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088000"/>
            <a:ext cx="11592000" cy="30600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160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PingFang SC"/>
              </a:defRPr>
            </a:pPr>
            <a:r>
              <a:t>🎤 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12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PingFang SC"/>
              </a:defRPr>
            </a:pPr>
            <a:r>
              <a:t>"评论区点试用，带走你的门店仪表盘。"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55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96"/>
                </a:solidFill>
                <a:latin typeface="PingFang SC"/>
              </a:defRPr>
            </a:pPr>
            <a:r>
              <a:t>💡 拍摄时面对镜头，语气自然，语速适中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